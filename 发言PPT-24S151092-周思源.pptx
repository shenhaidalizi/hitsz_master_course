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B876D-B1E3-4315-BB8E-459AC0290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FBFE67-10D1-D768-9585-3E74D4EDA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02408-41FA-FB84-A044-973DC7BE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68AFFC-8791-C761-0D8B-E2D05B7F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6D1283-8CD4-AAA1-93FF-9F6A27BC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64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1166E-C2D6-0F28-7789-CB6A52A7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7C98FD-B185-5FF1-2836-EC904A795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67C2D-66CD-7C15-4F81-0F5574F2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C2CB9C-729B-2F48-E681-24BB46B1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8AE143-4E90-6473-32D4-BE72B1FE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84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B6BBE-B490-3BF7-AC8A-80DC9538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3FA948-0FA6-A11C-A2AE-B902BDCEE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85D10-445B-D1A6-2FBA-6621B168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CF0B3-EBEA-FFB8-3875-4D0CB434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25BEF9-8F25-D4CE-552A-501C651D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49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AB005-CE1B-98A8-D95A-9E00AE1D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EF7F2F-4CC0-5ED4-5C28-BDAEB7A38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0DDFB3-604D-CD8B-D25F-E6DB9064F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6234C8-A390-C072-7438-7BEB47ED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D2083F-D78D-960C-DBE6-D450C887F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568D0F-A1BC-4D40-A75B-2BBA9011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898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A041A-CFD6-92F1-85F4-7177B2F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B2E2B5-C80E-74E9-82E7-F7DD50E9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EA280-14E2-933D-4F96-D7ABD8DE8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6CE53F-9523-9001-0A59-E8DFF288A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DBACA4-1338-8615-7610-A8CBB1C98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C8F034-6B62-5C30-F420-E5285686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5A3EB7-CBAE-AB94-F82E-649830CA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A99F89-01F9-8084-E200-1FBF2299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92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B0EAB-A3DD-4C14-D12E-4052ECF4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74338D-CEB7-DFBE-23C8-6EE97238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206453-C382-D7C2-CA4F-17F651E6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989AC8-DC0A-F9F6-9C57-D914A462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69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00F09B-B679-F96E-01FF-A35A1E24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3315AF-7D61-5E05-DBE1-8D9AE1DA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1FC59-C49A-B346-7529-56C3C2A6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2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47DCC-0809-FCFF-5BFD-0F075D42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F9CEC-ABB3-CD58-9D7C-486AFD558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4D2AB0-9316-91C0-C86D-F84B15A61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DFF239-DE77-E851-7D3C-DA4BC417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EDAC7A-5CE7-A2A3-1BCE-24FB0742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F05D0-ED96-32EE-580A-E43F8F07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23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ECA54-AC6C-F8AD-1AA7-7788418F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B562B4-3982-8AD9-00F8-696F76D6C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9BD45C-DEA6-A166-AE4E-F2FEBAE60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63855F-95D7-E828-29A6-14AA2D38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116A05-8A33-08BD-5226-9D3A9778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A01264-EBED-DBAF-6BD1-9CFDF398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7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E29CE-95B7-3277-CB61-E90E154A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28341F-450A-B2BA-5040-1323898BE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DBC67-B9C3-03DF-A233-4143F2A8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EACC8-8BB0-ECDC-7B55-ECC654E0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314A37-4A13-A452-7421-E8C27B50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9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6B455A-FCC2-DFE4-0C11-F5B24B856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6DDA88-4654-6E2D-17D0-1CE9F6ACD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910BA9-9027-1828-A271-166CA5A5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78253-E5A2-D108-D153-C3EC00AF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B944D-79DD-8445-BB02-A283DCFA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5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B21DD5-9CB4-A16D-C1FF-66DB67C8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96C8CF-D15D-0D7D-6771-78B53724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6CF09-413B-144B-E609-273BCDDC4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D21-203C-4AB1-9A28-91795631C81C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E2361-7F0A-4E6E-7D4B-DFE78AEDF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215775-A209-19A6-117E-B676E6CD4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FDDB-7C24-4203-A026-F3CE73731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88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EB85E-8826-EE85-3172-8E90601D18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巴黎奥运会的中国风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6A95D1-67F8-87CD-2585-2E3D8F4960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			</a:t>
            </a:r>
          </a:p>
          <a:p>
            <a:endParaRPr lang="en-US" altLang="zh-CN" dirty="0"/>
          </a:p>
          <a:p>
            <a:r>
              <a:rPr lang="en-US" altLang="zh-CN" dirty="0"/>
              <a:t>							24S151092</a:t>
            </a:r>
          </a:p>
          <a:p>
            <a:r>
              <a:rPr lang="en-US" altLang="zh-CN" dirty="0"/>
              <a:t>							     </a:t>
            </a:r>
            <a:r>
              <a:rPr lang="zh-CN" altLang="en-US" dirty="0"/>
              <a:t>周思源</a:t>
            </a:r>
          </a:p>
        </p:txBody>
      </p:sp>
    </p:spTree>
    <p:extLst>
      <p:ext uri="{BB962C8B-B14F-4D97-AF65-F5344CB8AC3E}">
        <p14:creationId xmlns:p14="http://schemas.microsoft.com/office/powerpoint/2010/main" val="76093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5144F-06EE-161C-537D-E35C21D3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傲人成绩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C3B9BD-1A0A-F295-D66C-0A0AC7D03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5945"/>
            <a:ext cx="5856559" cy="4351338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18EB21-FE4E-F2E3-181E-609AD83C6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59" y="4871720"/>
            <a:ext cx="539954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2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D27D6-F33F-3061-9A35-349C9864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走进世界舞台中心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F65C69-CF71-707C-9F77-C3A7EB264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塑造更加公平正义的国际秩序</a:t>
            </a:r>
            <a:endParaRPr lang="en-US" altLang="zh-CN" dirty="0"/>
          </a:p>
          <a:p>
            <a:r>
              <a:rPr lang="zh-CN" altLang="en-US" dirty="0"/>
              <a:t>引领全球治理</a:t>
            </a:r>
            <a:endParaRPr lang="en-US" altLang="zh-CN" dirty="0"/>
          </a:p>
          <a:p>
            <a:r>
              <a:rPr lang="zh-CN" altLang="en-US" dirty="0"/>
              <a:t>体现更多的公正性和代表性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F5E34E-9649-68A2-C095-F2D41B2E9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22" y="2367280"/>
            <a:ext cx="3956077" cy="42713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BAFB431-9DA7-714B-A13C-15DCDA5CB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22" y="3507358"/>
            <a:ext cx="4453918" cy="298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2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CEB4C-EF82-09E5-1A1C-1D3729E6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920" y="2766218"/>
            <a:ext cx="10515600" cy="1325563"/>
          </a:xfrm>
        </p:spPr>
        <p:txBody>
          <a:bodyPr/>
          <a:lstStyle/>
          <a:p>
            <a:r>
              <a:rPr lang="zh-CN" altLang="en-US" b="1" dirty="0"/>
              <a:t>中国</a:t>
            </a:r>
            <a:r>
              <a:rPr lang="en-US" altLang="zh-CN" b="1" dirty="0"/>
              <a:t>00</a:t>
            </a:r>
            <a:r>
              <a:rPr lang="zh-CN" altLang="en-US" b="1" dirty="0"/>
              <a:t>后健儿扛起大旗</a:t>
            </a:r>
          </a:p>
        </p:txBody>
      </p:sp>
    </p:spTree>
    <p:extLst>
      <p:ext uri="{BB962C8B-B14F-4D97-AF65-F5344CB8AC3E}">
        <p14:creationId xmlns:p14="http://schemas.microsoft.com/office/powerpoint/2010/main" val="10334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A460B-D10A-628A-B185-B39C158E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潘展乐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8D209B-D5F3-95DD-9DD5-A1555942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6680" cy="4351338"/>
          </a:xfrm>
        </p:spPr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年世界游泳锦标赛男子</a:t>
            </a:r>
            <a:r>
              <a:rPr lang="en-US" altLang="zh-CN" dirty="0"/>
              <a:t>100</a:t>
            </a:r>
            <a:r>
              <a:rPr lang="zh-CN" altLang="en-US" dirty="0"/>
              <a:t>米自由泳冠军</a:t>
            </a:r>
            <a:endParaRPr lang="en-US" altLang="zh-CN" dirty="0"/>
          </a:p>
          <a:p>
            <a:r>
              <a:rPr lang="en-US" altLang="zh-CN" dirty="0"/>
              <a:t>2024</a:t>
            </a:r>
            <a:r>
              <a:rPr lang="zh-CN" altLang="en-US" dirty="0"/>
              <a:t>年世界游泳锦标赛男子</a:t>
            </a:r>
            <a:r>
              <a:rPr lang="en-US" altLang="zh-CN" dirty="0"/>
              <a:t>4×100</a:t>
            </a:r>
            <a:r>
              <a:rPr lang="zh-CN" altLang="en-US" dirty="0"/>
              <a:t>米自由泳接力冠军</a:t>
            </a:r>
            <a:endParaRPr lang="en-US" altLang="zh-CN" dirty="0"/>
          </a:p>
          <a:p>
            <a:r>
              <a:rPr lang="en-US" altLang="zh-CN" dirty="0"/>
              <a:t>46</a:t>
            </a:r>
            <a:r>
              <a:rPr lang="zh-CN" altLang="en-US" dirty="0"/>
              <a:t>秒</a:t>
            </a:r>
            <a:r>
              <a:rPr lang="en-US" altLang="zh-CN" dirty="0"/>
              <a:t>80</a:t>
            </a:r>
            <a:r>
              <a:rPr lang="zh-CN" altLang="en-US" dirty="0"/>
              <a:t>刷新世界纪录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F43EF2-D5C5-C504-0256-9861DEAF6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595" y="2318911"/>
            <a:ext cx="3240405" cy="453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65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BAA14-6B36-2A15-63EB-7F902532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郑钦文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03156-3FBF-CD3E-8FF9-F13EFB9D0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年巴黎奥运会网球女单冠军</a:t>
            </a:r>
            <a:endParaRPr lang="en-US" altLang="zh-CN" dirty="0"/>
          </a:p>
          <a:p>
            <a:r>
              <a:rPr lang="zh-CN" altLang="en-US" dirty="0"/>
              <a:t>中国首位奥运网球单打冠军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576845-F49F-56C6-1CF3-09DC69F5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8100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1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A317D-FB61-EBE3-C14B-8BAF65DC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强大文化自信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9F932C-530D-F263-0CCB-39CC4F5E5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6E2CB0-8AD9-21B8-57E1-F010952A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460" y="3115946"/>
            <a:ext cx="6652540" cy="37420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4B97CB-2737-84B6-2F1D-6F67561DE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5945"/>
            <a:ext cx="5610342" cy="374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2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13C10-49A5-2153-91B1-5D2D0A13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中国制造与中国黑科技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4414450-27D2-9C5E-9835-24C665CC5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4200" y="1343025"/>
            <a:ext cx="2904473" cy="3429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164B8EC-9DD0-FA89-7A6C-33D4F72E9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43025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4E03AAE-2C36-0EFC-DE6E-C12D85782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72025"/>
            <a:ext cx="3905250" cy="2190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BEC6FD-11BF-9409-B84F-7D9F85D0F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70" y="4772025"/>
            <a:ext cx="3688507" cy="2190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1F1AF9-3A5E-7140-B9DF-5B7D148F1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977" y="4772025"/>
            <a:ext cx="3451351" cy="219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13B17-02AC-C241-200D-381959F5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660" y="2103437"/>
            <a:ext cx="8742680" cy="1325563"/>
          </a:xfrm>
        </p:spPr>
        <p:txBody>
          <a:bodyPr/>
          <a:lstStyle/>
          <a:p>
            <a:r>
              <a:rPr lang="zh-CN" altLang="en-US" dirty="0"/>
              <a:t>蓬勃发展，顽强奋斗带领我们克服一切艰难险阻，迈向更伟大的辉煌！</a:t>
            </a:r>
          </a:p>
        </p:txBody>
      </p:sp>
    </p:spTree>
    <p:extLst>
      <p:ext uri="{BB962C8B-B14F-4D97-AF65-F5344CB8AC3E}">
        <p14:creationId xmlns:p14="http://schemas.microsoft.com/office/powerpoint/2010/main" val="62836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126</Words>
  <Application>Microsoft Office PowerPoint</Application>
  <PresentationFormat>宽屏</PresentationFormat>
  <Paragraphs>21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巴黎奥运会的中国风</vt:lpstr>
      <vt:lpstr>傲人成绩</vt:lpstr>
      <vt:lpstr>走进世界舞台中心</vt:lpstr>
      <vt:lpstr>中国00后健儿扛起大旗</vt:lpstr>
      <vt:lpstr>潘展乐</vt:lpstr>
      <vt:lpstr>郑钦文</vt:lpstr>
      <vt:lpstr>强大文化自信</vt:lpstr>
      <vt:lpstr>中国制造与中国黑科技</vt:lpstr>
      <vt:lpstr>蓬勃发展，顽强奋斗带领我们克服一切艰难险阻，迈向更伟大的辉煌！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syy z</dc:creator>
  <cp:lastModifiedBy>syy z</cp:lastModifiedBy>
  <cp:revision>2</cp:revision>
  <dcterms:created xsi:type="dcterms:W3CDTF">2024-09-08T01:51:26Z</dcterms:created>
  <dcterms:modified xsi:type="dcterms:W3CDTF">2024-09-08T02:18:58Z</dcterms:modified>
</cp:coreProperties>
</file>